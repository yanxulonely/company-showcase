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尚润装饰 · 销售话术培训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开场：了解客户需求与预算</a:t>
            </a:r>
            <a:endParaRPr lang="en-US" sz="1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需求挖掘：关注风格 / 功能 / 工期</a:t>
            </a:r>
            <a:endParaRPr lang="en-US" sz="1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方案介绍：突出尚润工艺与材料优势</a:t>
            </a:r>
            <a:endParaRPr lang="en-US" sz="1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异议处理：价格 / 工期 / 环保问题</a:t>
            </a:r>
            <a:endParaRPr lang="en-US" sz="1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促成签约：明确下一步行动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尚润装饰 · 销售话术培训</dc:title>
  <dc:subject>PptxGenJS Presentation</dc:subject>
  <dc:creator>尚润装饰</dc:creator>
  <cp:lastModifiedBy>尚润装饰</cp:lastModifiedBy>
  <cp:revision>1</cp:revision>
  <dcterms:created xsi:type="dcterms:W3CDTF">2026-06-02T16:33:22Z</dcterms:created>
  <dcterms:modified xsi:type="dcterms:W3CDTF">2026-06-02T16:33:22Z</dcterms:modified>
</cp:coreProperties>
</file>