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尚润装饰 · 公司简介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专注品质装修，值得信赖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+ 施工 + 材料一站式服务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自有施工团队，严格施工标准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一线品牌建材，环保达标保障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尚润装饰 · 公司简介</dc:title>
  <dc:subject>PptxGenJS Presentation</dc:subject>
  <dc:creator>尚润装饰</dc:creator>
  <cp:lastModifiedBy>尚润装饰</cp:lastModifiedBy>
  <cp:revision>1</cp:revision>
  <dcterms:created xsi:type="dcterms:W3CDTF">2026-06-02T16:33:22Z</dcterms:created>
  <dcterms:modified xsi:type="dcterms:W3CDTF">2026-06-02T16:33:22Z</dcterms:modified>
</cp:coreProperties>
</file>