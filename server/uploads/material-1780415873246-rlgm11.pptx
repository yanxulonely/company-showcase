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28700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尚润装饰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2743200" y="1800225"/>
            <a:ext cx="3657600" cy="2571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57400"/>
            <a:ext cx="731520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材料品牌介绍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828925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精选全球一线品牌 · 品质筑家保障</a:t>
            </a:r>
            <a:endParaRPr lang="en-US" sz="1800" dirty="0"/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172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4305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材料体系总览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2583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92583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水电工程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840480" y="977265"/>
            <a:ext cx="45720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水管 · 电线 · 插座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94485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463040" y="1594485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瓦工工程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840480" y="1645920"/>
            <a:ext cx="45720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瓷砖 · 防水 · 隔音 · 踢脚线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26314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63040" y="22631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油工工程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840480" y="2314575"/>
            <a:ext cx="45720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挂网 · 腻子 · 乳胶漆 · 美缝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2931795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63040" y="2931795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吊顶工程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840480" y="2983230"/>
            <a:ext cx="45720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集成吊顶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60045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63040" y="360045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门窗工程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840480" y="3651885"/>
            <a:ext cx="45720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卧室门 · 卫生间门 · 五金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4269105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463040" y="4269105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定制工程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3840480" y="4320540"/>
            <a:ext cx="45720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板材 · 封边 · 五金</a:t>
            </a:r>
            <a:endParaRPr lang="en-US" sz="1400" dirty="0"/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2870"/>
            <a:ext cx="82296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水管系统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20090"/>
            <a:ext cx="4023360" cy="14401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3657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PPR三层抗菌水管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183005"/>
            <a:ext cx="2286000" cy="411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337310"/>
            <a:ext cx="2194560" cy="25717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37310"/>
            <a:ext cx="219456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保利/日丰/伟星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9735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三层结构，抗菌防垢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954530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耐高温高压，使用寿命50年+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1170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官方质保五十年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720090"/>
            <a:ext cx="4023360" cy="14401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822960"/>
            <a:ext cx="3657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地暖系统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37760" y="1183005"/>
            <a:ext cx="2286000" cy="411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1337310"/>
            <a:ext cx="2194560" cy="25717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337310"/>
            <a:ext cx="219456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保利/日丰/伟星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69735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均匀散热，舒适节能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954530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官方质保五十年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21170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品牌管材，品质保障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474845"/>
            <a:ext cx="109728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645920" y="45262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水电工程</a:t>
            </a:r>
            <a:endParaRPr lang="en-US" sz="24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2870"/>
            <a:ext cx="82296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电线系统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20090"/>
            <a:ext cx="4023360" cy="14401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3657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国标阻燃电线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183005"/>
            <a:ext cx="2286000" cy="411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337310"/>
            <a:ext cx="1097280" cy="25717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37310"/>
            <a:ext cx="109728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津达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9735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规格：2.5平方 / 4平方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954530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国标认证，阻燃安全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1170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导电性能优异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720090"/>
            <a:ext cx="4023360" cy="14401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822960"/>
            <a:ext cx="3657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开关插座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37760" y="1183005"/>
            <a:ext cx="2286000" cy="411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1337310"/>
            <a:ext cx="1097280" cy="25717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337310"/>
            <a:ext cx="109728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公牛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69735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国标认证，安全耐用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954530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多款式可选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21170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品牌保障，品质可靠</a:t>
            </a:r>
            <a:endParaRPr lang="en-US" sz="13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2870"/>
            <a:ext cx="82296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瓦工材料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20090"/>
            <a:ext cx="4023360" cy="14401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3657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瓷砖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183005"/>
            <a:ext cx="2286000" cy="411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337310"/>
            <a:ext cx="2651760" cy="25717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37310"/>
            <a:ext cx="265176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冠珠/马可波罗/东鹏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9735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一线品牌，品质保证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954530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多规格多风格可选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1170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耐磨防滑，美观耐用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720090"/>
            <a:ext cx="4023360" cy="14401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822960"/>
            <a:ext cx="3657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防水涂料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37760" y="1183005"/>
            <a:ext cx="2286000" cy="411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1337310"/>
            <a:ext cx="1508760" cy="25717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337310"/>
            <a:ext cx="150876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咖乐/伟星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69735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淋浴区1.8m / 洗漱区1m / 其他30cm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954530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官方质保十年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21170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防水防潮，品质保障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474845"/>
            <a:ext cx="109728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645920" y="45262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瓦工工程</a:t>
            </a:r>
            <a:endParaRPr lang="en-US" sz="24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2870"/>
            <a:ext cx="82296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瓦工辅材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20090"/>
            <a:ext cx="4023360" cy="14401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3657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隔音处理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183005"/>
            <a:ext cx="2286000" cy="411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337310"/>
            <a:ext cx="1280160" cy="25717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37310"/>
            <a:ext cx="128016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专业隔音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9735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阻尼片 + 静音棉双层隔音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954530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有效降低管道噪音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1170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提升居住舒适度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720090"/>
            <a:ext cx="4023360" cy="14401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822960"/>
            <a:ext cx="3657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踢脚线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37760" y="1183005"/>
            <a:ext cx="2286000" cy="411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1337310"/>
            <a:ext cx="1508760" cy="25717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337310"/>
            <a:ext cx="150876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多材质可选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69735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材质：石塑 / 木质 / 铝合金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954530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多种风格可选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21170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与地板完美搭配</a:t>
            </a:r>
            <a:endParaRPr lang="en-US" sz="13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2870"/>
            <a:ext cx="82296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油工材料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20090"/>
            <a:ext cx="4023360" cy="14401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3657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墙面基层处理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183005"/>
            <a:ext cx="2286000" cy="411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337310"/>
            <a:ext cx="1280160" cy="25717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37310"/>
            <a:ext cx="128016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标准工艺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9735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全屋挂网，防开裂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954530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墙固处理，增强附着力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1170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基层牢固，面层持久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720090"/>
            <a:ext cx="4023360" cy="14401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822960"/>
            <a:ext cx="3657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腻子粉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37760" y="1183005"/>
            <a:ext cx="2286000" cy="411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1337310"/>
            <a:ext cx="1737360" cy="25717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337310"/>
            <a:ext cx="173736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立邦/多乐士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69735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细腻平整，易打磨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954530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环保无毒，墙面光滑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21170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品牌保障，品质可靠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474845"/>
            <a:ext cx="109728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645920" y="45262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油工工程</a:t>
            </a:r>
            <a:endParaRPr lang="en-US" sz="24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2870"/>
            <a:ext cx="82296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油工饰面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20090"/>
            <a:ext cx="4023360" cy="14401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3657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乳胶漆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183005"/>
            <a:ext cx="2286000" cy="411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337310"/>
            <a:ext cx="1737360" cy="25717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37310"/>
            <a:ext cx="173736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立邦/多乐士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9735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环保净味，色彩持久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954530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耐擦洗，易清洁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1170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品牌保障，品质可靠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720090"/>
            <a:ext cx="4023360" cy="14401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822960"/>
            <a:ext cx="3657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美缝剂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37760" y="1183005"/>
            <a:ext cx="2286000" cy="411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1337310"/>
            <a:ext cx="1097280" cy="25717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337310"/>
            <a:ext cx="109728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三棵树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69735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防水防霉，耐污易洁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954530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色彩丰富，美观耐用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21170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品牌保障，品质可靠</a:t>
            </a:r>
            <a:endParaRPr lang="en-US" sz="13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2870"/>
            <a:ext cx="82296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吊顶系统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20090"/>
            <a:ext cx="4023360" cy="14401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3657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集成吊顶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183005"/>
            <a:ext cx="2286000" cy="411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337310"/>
            <a:ext cx="1508760" cy="25717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37310"/>
            <a:ext cx="150876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公牛/欧普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9735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满吊设计，整体美观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954530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照明换气一体化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1170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品牌保障，品质可靠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720090"/>
            <a:ext cx="4023360" cy="14401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822960"/>
            <a:ext cx="3657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吊顶辅材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37760" y="1183005"/>
            <a:ext cx="2286000" cy="411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1337310"/>
            <a:ext cx="1280160" cy="25717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337310"/>
            <a:ext cx="128016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标准工艺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69735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轻钢龙骨，稳固耐用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954530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防火防潮，安全可靠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21170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专业安装，平整美观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474845"/>
            <a:ext cx="109728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645920" y="45262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吊顶工程</a:t>
            </a:r>
            <a:endParaRPr lang="en-US" sz="24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2870"/>
            <a:ext cx="82296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门类系统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20090"/>
            <a:ext cx="4023360" cy="14401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3657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卧室门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183005"/>
            <a:ext cx="2286000" cy="411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337310"/>
            <a:ext cx="1097280" cy="25717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37310"/>
            <a:ext cx="109728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莫干山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9735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实木复合烤漆门 / 生态门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954530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环保E0级，静音门锁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1170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品牌保障，品质可靠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720090"/>
            <a:ext cx="4023360" cy="14401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822960"/>
            <a:ext cx="3657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卫生间门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37760" y="1183005"/>
            <a:ext cx="2286000" cy="411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1337310"/>
            <a:ext cx="1280160" cy="25717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337310"/>
            <a:ext cx="128016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钛镁合金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69735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防水防潮，不生锈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954530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轻便耐用，美观大方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21170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品质保障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474845"/>
            <a:ext cx="109728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645920" y="45262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门窗工程</a:t>
            </a:r>
            <a:endParaRPr lang="en-US" sz="24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2870"/>
            <a:ext cx="82296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门窗五金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20090"/>
            <a:ext cx="4023360" cy="14401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3657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门锁五金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183005"/>
            <a:ext cx="2286000" cy="411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337310"/>
            <a:ext cx="1097280" cy="25717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37310"/>
            <a:ext cx="109728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莫干山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9735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静音门锁，开合顺畅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954530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合页、门吸配套齐全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1170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品牌保障，品质可靠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720090"/>
            <a:ext cx="4023360" cy="14401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822960"/>
            <a:ext cx="3657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门套窗套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37760" y="1183005"/>
            <a:ext cx="2286000" cy="411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1337310"/>
            <a:ext cx="1097280" cy="25717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337310"/>
            <a:ext cx="109728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莫干山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69735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入户门套 / 哑口套 / 窗套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954530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统一风格，精致收边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21170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品牌保障，品质可靠</a:t>
            </a:r>
            <a:endParaRPr lang="en-US" sz="13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2870"/>
            <a:ext cx="82296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定制柜体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20090"/>
            <a:ext cx="4023360" cy="14401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3657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板材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183005"/>
            <a:ext cx="2286000" cy="411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337310"/>
            <a:ext cx="1965960" cy="25717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37310"/>
            <a:ext cx="196596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莫干山/千年舟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9735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实木颗粒板，环保E0级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954530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稳固耐用，承重力强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1170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品牌保障，品质可靠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720090"/>
            <a:ext cx="4023360" cy="14401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822960"/>
            <a:ext cx="3657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封边工艺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37760" y="1183005"/>
            <a:ext cx="2286000" cy="411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1337310"/>
            <a:ext cx="1508760" cy="25717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337310"/>
            <a:ext cx="150876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PUR封边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69735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无缝贴合，防潮环保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954530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边缘光滑，美观耐用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21170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工艺精湛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4371975"/>
            <a:ext cx="9144000" cy="7715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474845"/>
            <a:ext cx="1097280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645920" y="45262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定制工程</a:t>
            </a:r>
            <a:endParaRPr lang="en-US" sz="2400" dirty="0"/>
          </a:p>
        </p:txBody>
      </p:sp>
      <p:sp>
        <p:nvSpPr>
          <p:cNvPr id="2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2870"/>
            <a:ext cx="8229600" cy="3600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定制五金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20090"/>
            <a:ext cx="4023360" cy="14401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22960"/>
            <a:ext cx="3657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五金配件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183005"/>
            <a:ext cx="2286000" cy="411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1337310"/>
            <a:ext cx="1097280" cy="25717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337310"/>
            <a:ext cx="109728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悍高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69735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铰链、滑轨、拉手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954530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静音缓冲，经久耐用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21170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品牌保障，品质可靠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720090"/>
            <a:ext cx="4023360" cy="14401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822960"/>
            <a:ext cx="3657600" cy="3086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定制服务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937760" y="1183005"/>
            <a:ext cx="2286000" cy="4114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Shape 13"/>
          <p:cNvSpPr/>
          <p:nvPr/>
        </p:nvSpPr>
        <p:spPr>
          <a:xfrm>
            <a:off x="4937760" y="1337310"/>
            <a:ext cx="1280160" cy="257175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337310"/>
            <a:ext cx="128016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专业服务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69735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量尺设计，一对一服务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1954530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3D效果图预览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211705"/>
            <a:ext cx="3657600" cy="2571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专业安装，售后保障</a:t>
            </a:r>
            <a:endParaRPr lang="en-US" sz="1300" dirty="0"/>
          </a:p>
        </p:txBody>
      </p:sp>
      <p:sp>
        <p:nvSpPr>
          <p:cNvPr id="2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285875"/>
            <a:ext cx="7315200" cy="6172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9A2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尚润装饰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2743200" y="2057400"/>
            <a:ext cx="3657600" cy="2571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314575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精选材料 · 匠心工艺 · 品质保障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30861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感谢您的信任</a:t>
            </a:r>
            <a:endParaRPr lang="en-US" sz="2400" dirty="0"/>
          </a:p>
        </p:txBody>
      </p:sp>
      <p:sp>
        <p:nvSpPr>
          <p:cNvPr id="7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TRAE 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尚润装饰 · 材料品牌介绍</dc:title>
  <dc:subject>装修材料品牌与规格</dc:subject>
  <dc:creator>尚润装饰</dc:creator>
  <cp:lastModifiedBy>尚润装饰</cp:lastModifiedBy>
  <cp:revision>1</cp:revision>
  <dcterms:created xsi:type="dcterms:W3CDTF">2026-06-02T15:47:15Z</dcterms:created>
  <dcterms:modified xsi:type="dcterms:W3CDTF">2026-06-02T15:47:15Z</dcterms:modified>
</cp:coreProperties>
</file>